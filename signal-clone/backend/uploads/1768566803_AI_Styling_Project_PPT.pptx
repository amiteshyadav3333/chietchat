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AI-Powered Full Body Analysis &amp; Personal Style Recommendation System</a:t>
            </a:r>
          </a:p>
          <a:p>
            <a:pPr lvl="1"/>
            <a:r>
              <a:t>Project Proposal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An AI system that scans the human body to analyze:</a:t>
            </a:r>
          </a:p>
          <a:p>
            <a:pPr lvl="1"/>
            <a:r>
              <a:t>- Height, Body Shape</a:t>
            </a:r>
          </a:p>
          <a:p>
            <a:pPr lvl="1"/>
            <a:r>
              <a:t>- Face Shape, Skin Tone</a:t>
            </a:r>
          </a:p>
          <a:p>
            <a:pPr lvl="1"/>
            <a:r>
              <a:t>- Dress, Shoes &amp; Hairstyle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People struggle with choosing the right outfit &amp; style.</a:t>
            </a:r>
          </a:p>
          <a:p>
            <a:pPr lvl="1"/>
            <a:r>
              <a:t>Traditional methods require expert consultation.</a:t>
            </a:r>
          </a:p>
          <a:p>
            <a:pPr lvl="1"/>
            <a:r>
              <a:t>No unified AI platform analyzes the full body &amp; suggests styling.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Scan full human body &amp; extract measurements</a:t>
            </a:r>
          </a:p>
          <a:p>
            <a:pPr lvl="1"/>
            <a:r>
              <a:t>Identify body shape, face shape &amp; skin tone</a:t>
            </a:r>
          </a:p>
          <a:p>
            <a:pPr lvl="1"/>
            <a:r>
              <a:t>Recommend fashion, hairstyle &amp; shoe combinations</a:t>
            </a:r>
          </a:p>
          <a:p>
            <a:pPr lvl="1"/>
            <a:r>
              <a:t>Build a web-based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Image Acquisition</a:t>
            </a:r>
          </a:p>
          <a:p>
            <a:pPr lvl="1"/>
            <a:r>
              <a:t>Body Detection &amp; Pose Estimation</a:t>
            </a:r>
          </a:p>
          <a:p>
            <a:pPr lvl="1"/>
            <a:r>
              <a:t>Face Analysis</a:t>
            </a:r>
          </a:p>
          <a:p>
            <a:pPr lvl="1"/>
            <a:r>
              <a:t>Body Shape Analysis</a:t>
            </a:r>
          </a:p>
          <a:p>
            <a:pPr lvl="1"/>
            <a:r>
              <a:t>Recommendation Engine</a:t>
            </a:r>
          </a:p>
          <a:p>
            <a:pPr lvl="1"/>
            <a:r>
              <a:t>Django Web Interface</a:t>
            </a:r>
          </a:p>
          <a:p>
            <a:pPr lvl="1"/>
            <a:r>
              <a:t>Database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Python, Django, MySQL</a:t>
            </a:r>
          </a:p>
          <a:p>
            <a:pPr lvl="1"/>
            <a:r>
              <a:t>Mediapipe, OpenCV</a:t>
            </a:r>
          </a:p>
          <a:p>
            <a:pPr lvl="1"/>
            <a:r>
              <a:t>TensorFlow/Keras</a:t>
            </a:r>
          </a:p>
          <a:p>
            <a:pPr lvl="1"/>
            <a:r>
              <a:t>HTML, CSS, JavaScript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1. Image Input Module</a:t>
            </a:r>
          </a:p>
          <a:p>
            <a:pPr lvl="1"/>
            <a:r>
              <a:t>2. Pose Estimation</a:t>
            </a:r>
          </a:p>
          <a:p>
            <a:pPr lvl="1"/>
            <a:r>
              <a:t>3. Face &amp; Skin Tone Detection</a:t>
            </a:r>
          </a:p>
          <a:p>
            <a:pPr lvl="1"/>
            <a:r>
              <a:t>4. Body Shape Classification</a:t>
            </a:r>
          </a:p>
          <a:p>
            <a:pPr lvl="1"/>
            <a:r>
              <a:t>5. Recommendation Engine</a:t>
            </a:r>
          </a:p>
          <a:p>
            <a:pPr lvl="1"/>
            <a:r>
              <a:t>6. Web UI (Django)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Approx Height</a:t>
            </a:r>
          </a:p>
          <a:p>
            <a:pPr lvl="1"/>
            <a:r>
              <a:t>Body Shape Type</a:t>
            </a:r>
          </a:p>
          <a:p>
            <a:pPr lvl="1"/>
            <a:r>
              <a:t>Skin Tone &amp; Face Shape</a:t>
            </a:r>
          </a:p>
          <a:p>
            <a:pPr lvl="1"/>
            <a:r>
              <a:t>Dress, Shoes &amp; Hairstyle Suggestions</a:t>
            </a:r>
          </a:p>
          <a:p>
            <a:pPr lvl="1"/>
            <a:r>
              <a:t>User-friendly web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Personal styling apps</a:t>
            </a:r>
          </a:p>
          <a:p>
            <a:pPr lvl="1"/>
            <a:r>
              <a:t>E-commerce virtual try-on</a:t>
            </a:r>
          </a:p>
          <a:p>
            <a:pPr lvl="1"/>
            <a:r>
              <a:t>Salons &amp; grooming</a:t>
            </a:r>
          </a:p>
          <a:p>
            <a:pPr lvl="1"/>
            <a:r>
              <a:t>Fitness &amp; body analysis 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Automated styling</a:t>
            </a:r>
          </a:p>
          <a:p>
            <a:pPr lvl="1"/>
            <a:r>
              <a:t>Highly personalized</a:t>
            </a:r>
          </a:p>
          <a:p>
            <a:pPr lvl="1"/>
            <a:r>
              <a:t>Saves time &amp; effort</a:t>
            </a:r>
          </a:p>
          <a:p>
            <a:pPr lvl="1"/>
            <a:r>
              <a:t>Scalable to product-level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Camera distance affects height estimation</a:t>
            </a:r>
          </a:p>
          <a:p>
            <a:pPr lvl="1"/>
            <a:r>
              <a:t>Lighting affects skin tone detection</a:t>
            </a:r>
          </a:p>
          <a:p>
            <a:pPr lvl="1"/>
            <a:r>
              <a:t>High-quality images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3D body scanning</a:t>
            </a:r>
          </a:p>
          <a:p>
            <a:pPr lvl="1"/>
            <a:r>
              <a:t>AI virtual try-on</a:t>
            </a:r>
          </a:p>
          <a:p>
            <a:pPr lvl="1"/>
            <a:r>
              <a:t>AR-based mirror system</a:t>
            </a:r>
          </a:p>
          <a:p>
            <a:pPr lvl="1"/>
            <a:r>
              <a:t>Mobile app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Project combines AI + fashion science.</a:t>
            </a:r>
          </a:p>
          <a:p>
            <a:pPr lvl="1"/>
            <a:r>
              <a:t>Provides full-body analysis &amp; styling advice.</a:t>
            </a:r>
          </a:p>
          <a:p>
            <a:pPr lvl="1"/>
            <a:r>
              <a:t>High commercial and academic potential.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